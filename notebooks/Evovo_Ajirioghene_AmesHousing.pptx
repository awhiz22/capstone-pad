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89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7883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187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1939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3246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0713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3613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045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8822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1754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887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4658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39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75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Home Sale Prices?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Ajirioghene Evovo  |  Ames Housing Dataset  |  2,930 Homes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drive home sale prices in Ames, Iowa — and how can buyers and sellers use this to make smarter decisions?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copy of the original dataset before any changes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from column names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numeric values with the median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categorical values with 'Unknown'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and removed duplicate rows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cleaned dataset to data/processed/cleaned_ames.csv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Living Area Drives Price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58768" y="1097280"/>
            <a:ext cx="4736592" cy="7976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26864" y="914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626864" y="1475361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Sale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ground living area (Gr_Liv_Area) has the strongest numeric relationship with sale price at 0.71.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homes consistently sell for more across all neighborhoods.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a clear upward trend — with more spread at higher prices, meaning expensive homes vary more.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5AD8CA-0A1F-136B-A475-4D4BC92E0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1097279"/>
            <a:ext cx="3712464" cy="22944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Central Air Nearly Doubles Price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0" y="13716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central air: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$186,452 avg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central air: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$101,890 avg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almost double — making central air one of the strongest single predictors in the dataset.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A54A69-7EDF-E10A-2B4B-D1562A1AB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12" y="799288"/>
            <a:ext cx="5392665" cy="3675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Neighborhood Matters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3F3E2-B724-CDAD-5C56-85C990822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28" y="1160456"/>
            <a:ext cx="6862864" cy="28282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828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Sellers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adding central air before listing. The data shows it nearly doubles average sale price — the return on investment could be significant.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larger homes in more affordable neighborhoods like North Ames or Edwards for better value than premium areas like Northridge.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central air, and neighborhood are the three biggest drivers of home sale prices in Ames, Iowa.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Ajirioghene Evovo  |  Ames Housing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4487</TotalTime>
  <Words>298</Words>
  <Application>Microsoft Office PowerPoint</Application>
  <PresentationFormat>On-screen Show (16:9)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Ames Housing Analysis</dc:title>
  <dc:subject>PptxGenJS Presentation</dc:subject>
  <dc:creator>PptxGenJS</dc:creator>
  <cp:lastModifiedBy>Ajirioghene Evovo</cp:lastModifiedBy>
  <cp:revision>5</cp:revision>
  <dcterms:created xsi:type="dcterms:W3CDTF">2026-05-20T21:13:24Z</dcterms:created>
  <dcterms:modified xsi:type="dcterms:W3CDTF">2026-05-24T00:56:05Z</dcterms:modified>
</cp:coreProperties>
</file>